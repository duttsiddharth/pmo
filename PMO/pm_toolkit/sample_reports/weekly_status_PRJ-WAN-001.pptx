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Weekly Status Report
Global WAN / SD-WAN Refresh</a:t>
            </a:r>
          </a:p>
          <a:p>
            <a:r>
              <a:rPr sz="1400">
                <a:solidFill>
                  <a:srgbClr val="2563EB"/>
                </a:solidFill>
              </a:rPr>
              <a:t>Royal FRS  |  Week ending 2026-06-30  |  SD Advisory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563EB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•  Global WAN / SD-WAN Refresh (SD-WAN) for Royal FRS is currently 43% complete and rated Amber. The project is behind schedule (SPI 0.43) and over budget (CPI 0.97). Actual cost to date is 553,607 against a budget at completion of 1,250,000, with an estimate at completion of 1,282,489. Continued focus on the critical path and open RAID items is recommended to protect the execution phase commitments.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563EB"/>
                </a:solidFill>
              </a:rPr>
              <a:t>Completed This Period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•  Mobilisation activities in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563EB"/>
                </a:solidFill>
              </a:rPr>
              <a:t>Planned Next Period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•  Initiation workstream</a:t>
            </a:r>
          </a:p>
          <a:p>
            <a:r>
              <a:rPr sz="1600">
                <a:solidFill>
                  <a:srgbClr val="0F172A"/>
                </a:solidFill>
              </a:rPr>
              <a:t>•  Design workstream</a:t>
            </a:r>
          </a:p>
          <a:p>
            <a:r>
              <a:rPr sz="1600">
                <a:solidFill>
                  <a:srgbClr val="0F172A"/>
                </a:solidFill>
              </a:rPr>
              <a:t>•  Procurement workstream</a:t>
            </a:r>
          </a:p>
          <a:p>
            <a:r>
              <a:rPr sz="1600">
                <a:solidFill>
                  <a:srgbClr val="0F172A"/>
                </a:solidFill>
              </a:rPr>
              <a:t>•  Build workstream</a:t>
            </a:r>
          </a:p>
          <a:p>
            <a:r>
              <a:rPr sz="1600">
                <a:solidFill>
                  <a:srgbClr val="0F172A"/>
                </a:solidFill>
              </a:rPr>
              <a:t>•  Migration workstream</a:t>
            </a:r>
          </a:p>
          <a:p>
            <a:r>
              <a:rPr sz="1600">
                <a:solidFill>
                  <a:srgbClr val="0F172A"/>
                </a:solidFill>
              </a:rPr>
              <a:t>•  Closure workstream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563EB"/>
                </a:solidFill>
              </a:rPr>
              <a:t>Risks &amp;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•  ISP circuit lead time slip (sev High)</a:t>
            </a:r>
          </a:p>
          <a:p>
            <a:r>
              <a:rPr sz="1600">
                <a:solidFill>
                  <a:srgbClr val="0F172A"/>
                </a:solidFill>
              </a:rPr>
              <a:t>•  Change window contention (sev Medium)</a:t>
            </a:r>
          </a:p>
          <a:p>
            <a:r>
              <a:rPr sz="1600">
                <a:solidFill>
                  <a:srgbClr val="0F172A"/>
                </a:solidFill>
              </a:rPr>
              <a:t>•  Firmware incompatibility on legacy switches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563EB"/>
                </a:solidFill>
              </a:rPr>
              <a:t>Budget &amp;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•  Over budget (CPI 0.97, AC 553,607 of BAC 1,250,000, EAC 1,282,489)</a:t>
            </a:r>
          </a:p>
          <a:p>
            <a:r>
              <a:rPr sz="1600">
                <a:solidFill>
                  <a:srgbClr val="0F172A"/>
                </a:solidFill>
              </a:rPr>
              <a:t>•  Behind schedule (SPI 0.43, SV -710,416)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563EB"/>
                </a:solidFill>
              </a:rPr>
              <a:t>Decisions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•  Confirm ISP circuit dates</a:t>
            </a:r>
          </a:p>
          <a:p>
            <a:r>
              <a:rPr sz="1600">
                <a:solidFill>
                  <a:srgbClr val="0F172A"/>
                </a:solidFill>
              </a:rPr>
              <a:t>•  Finalise rollback runbook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